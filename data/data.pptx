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5"/>
    <p:restoredTop sz="94658"/>
  </p:normalViewPr>
  <p:slideViewPr>
    <p:cSldViewPr snapToGrid="0">
      <p:cViewPr>
        <p:scale>
          <a:sx n="101" d="100"/>
          <a:sy n="101" d="100"/>
        </p:scale>
        <p:origin x="11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41B2-7C19-C43F-AE1B-0A7356E6D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357B3-1D05-1B98-2C6B-05A1B664E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34251-E853-D3A0-49CE-109E933A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0C3F5-48E1-07F6-D286-FD8DDCB3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FAB1D-4371-F5FF-9948-C052B2A4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8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5ED1-B81C-57B9-6B6C-C2DEA4BD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A4DF9-F324-17EC-1BD0-392625562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D6640-8B61-BAFB-E9C8-8E539074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C72BA-E02F-CFB8-FBCB-D28025EE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651C3-52B9-62F5-9B3A-626C844A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7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9A19-5708-CC4B-103A-EE2DEEF0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D41FE-1BD8-39CD-CA06-0E6C52E44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3D765-B110-0FE4-B81F-BD56C83F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BD578-2E87-22E0-335E-66A9FFD4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A4919-C7F4-0FF8-32B2-4131E262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8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0139-E87A-674B-C5F7-AC41B545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78B4-C1DD-E38D-D0C4-DB4D9279C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7EB76-6BF2-7169-95EF-CC96DF234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E09C5-FE87-9472-F45F-BF6C6D5E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E06FE-93BF-DF36-C05A-E0EA5B0E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135B6-CB73-8F85-EE81-7015DF43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4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92A0-EA38-093B-AF96-FE2D3480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CCB87-07E0-E5D7-C072-B78E768B2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33C14-8295-8CCE-E057-87C18BB14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EB824-799E-D8D8-40E3-9982C14A5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B995A-A034-AF68-61BF-363F655DE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20963-B120-891D-9D76-49F90E39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B19B5-0A83-5E4A-ADA7-C36410B9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3303B-AA6C-5923-6A96-E8499874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60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9D1F-CB6A-0B34-6BF3-014AD89D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409AA-AF4F-DFC1-107A-E7A8F943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564FA-B291-CAF2-FE7A-FD07B45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88B9F-B702-BC1E-63FE-8A344608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9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4BA68-B7F9-2C4D-FAA9-196D5880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0B259-DDDC-2120-1DC4-CE29081C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B4926-1C50-B203-A282-78F5E967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1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F937-5992-2E80-6815-214969A7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3EDA6-CEB9-D043-2026-E7D2F6879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50E3-A3CD-9BCE-0F95-36B3303B9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0077F-72BC-0832-DA8E-658EF5B1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6E381-A6B3-E2AA-406A-01114F88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223B9-662C-FE3B-DF66-071F2E2C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7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CA51-DCAA-A805-09B1-714B2787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21B480-6E3B-EB97-5B5B-3156EB05D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C5343-0AF7-04F2-2F94-DF8C9E997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20F75-44C1-B98D-A2DE-0D0E977F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04E18-B5C1-1230-47F6-72F1511E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D9752-13E7-40D2-2BF3-36E17D0C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4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0250-E7DF-57A1-52DA-07ABA1A5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4DB6A-8220-4206-D72F-AC2029DD2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22372-5E92-F83D-F02E-52DB2EFC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E58D3-65F2-A506-A14C-65A64068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218D4-5B0D-8878-C6B4-4940C81F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9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CDB57-212E-1BCA-45F0-6D56C3464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68032-A250-ED73-8BD4-4E44828C0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59133-A013-5BEA-F590-2FD64AC7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C6D21-6792-0B57-5569-1C818C1D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55A46-4B9F-87CF-0CCF-CC8AAA15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4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1F85-25F5-CCE3-F724-F25BD9B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8812F-4961-4FB2-3132-41A4FFA9B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BDA88-EBAF-6F19-7B5A-9744A3749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481BB-0835-2C44-9DB8-52CA704AA672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CDB49-52F5-6668-B348-32555C9A6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51A88-B1DA-B5CA-02F1-B11A3C2DF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5E271-5CE2-604A-B8CB-2599AC096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lue dots on a black background&#10;&#10;AI-generated content may be incorrect.">
            <a:extLst>
              <a:ext uri="{FF2B5EF4-FFF2-40B4-BE49-F238E27FC236}">
                <a16:creationId xmlns:a16="http://schemas.microsoft.com/office/drawing/2014/main" id="{0A8E6A4A-3534-AF33-6FEC-61DCC242A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040" y="3430241"/>
            <a:ext cx="3237259" cy="3237259"/>
          </a:xfrm>
          <a:prstGeom prst="rect">
            <a:avLst/>
          </a:prstGeom>
        </p:spPr>
      </p:pic>
      <p:pic>
        <p:nvPicPr>
          <p:cNvPr id="5" name="Picture 4" descr="A green glowing spots on a black background&#10;&#10;AI-generated content may be incorrect.">
            <a:extLst>
              <a:ext uri="{FF2B5EF4-FFF2-40B4-BE49-F238E27FC236}">
                <a16:creationId xmlns:a16="http://schemas.microsoft.com/office/drawing/2014/main" id="{C6BB1D78-5429-FD0A-15D3-53D12F261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039" y="75168"/>
            <a:ext cx="3237259" cy="3237259"/>
          </a:xfrm>
          <a:prstGeom prst="rect">
            <a:avLst/>
          </a:prstGeom>
        </p:spPr>
      </p:pic>
      <p:pic>
        <p:nvPicPr>
          <p:cNvPr id="7" name="Picture 6" descr="A black background with red circles&#10;&#10;AI-generated content may be incorrect.">
            <a:extLst>
              <a:ext uri="{FF2B5EF4-FFF2-40B4-BE49-F238E27FC236}">
                <a16:creationId xmlns:a16="http://schemas.microsoft.com/office/drawing/2014/main" id="{CD98804D-FBC3-FAB7-8E8F-2D779AF06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570" y="75167"/>
            <a:ext cx="3237259" cy="3237259"/>
          </a:xfrm>
          <a:prstGeom prst="rect">
            <a:avLst/>
          </a:prstGeom>
        </p:spPr>
      </p:pic>
      <p:pic>
        <p:nvPicPr>
          <p:cNvPr id="9" name="Picture 8" descr="A black and yellow background&#10;&#10;AI-generated content may be incorrect.">
            <a:extLst>
              <a:ext uri="{FF2B5EF4-FFF2-40B4-BE49-F238E27FC236}">
                <a16:creationId xmlns:a16="http://schemas.microsoft.com/office/drawing/2014/main" id="{14078B07-0F3B-034D-9F32-1313689E3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569" y="3430241"/>
            <a:ext cx="3237259" cy="32372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49F0E4-50D9-AA60-20E2-549013D8715A}"/>
              </a:ext>
            </a:extLst>
          </p:cNvPr>
          <p:cNvSpPr txBox="1"/>
          <p:nvPr/>
        </p:nvSpPr>
        <p:spPr>
          <a:xfrm>
            <a:off x="139700" y="134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B2AI_1_Paclitaxel_A1_R2_z01_*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0D6B0-468B-B0F6-64A4-499D148FC2F0}"/>
              </a:ext>
            </a:extLst>
          </p:cNvPr>
          <p:cNvSpPr txBox="1"/>
          <p:nvPr/>
        </p:nvSpPr>
        <p:spPr>
          <a:xfrm>
            <a:off x="139700" y="562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 picture </a:t>
            </a:r>
          </a:p>
        </p:txBody>
      </p:sp>
    </p:spTree>
    <p:extLst>
      <p:ext uri="{BB962C8B-B14F-4D97-AF65-F5344CB8AC3E}">
        <p14:creationId xmlns:p14="http://schemas.microsoft.com/office/powerpoint/2010/main" val="417540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spots on a black background&#10;&#10;AI-generated content may be incorrect.">
            <a:extLst>
              <a:ext uri="{FF2B5EF4-FFF2-40B4-BE49-F238E27FC236}">
                <a16:creationId xmlns:a16="http://schemas.microsoft.com/office/drawing/2014/main" id="{A26B28CC-AE15-419F-55CE-1E04ED45A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24" y="3506345"/>
            <a:ext cx="3255962" cy="3255962"/>
          </a:xfrm>
          <a:prstGeom prst="rect">
            <a:avLst/>
          </a:prstGeom>
        </p:spPr>
      </p:pic>
      <p:pic>
        <p:nvPicPr>
          <p:cNvPr id="7" name="Picture 6" descr="Green bacteria under a microscope&#10;&#10;AI-generated content may be incorrect.">
            <a:extLst>
              <a:ext uri="{FF2B5EF4-FFF2-40B4-BE49-F238E27FC236}">
                <a16:creationId xmlns:a16="http://schemas.microsoft.com/office/drawing/2014/main" id="{17B7EA4F-19E7-913D-D47C-FCBDC4E39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24" y="173038"/>
            <a:ext cx="3255962" cy="3255962"/>
          </a:xfrm>
          <a:prstGeom prst="rect">
            <a:avLst/>
          </a:prstGeom>
        </p:spPr>
      </p:pic>
      <p:pic>
        <p:nvPicPr>
          <p:cNvPr id="9" name="Picture 8" descr="Red cells under a microscope&#10;&#10;AI-generated content may be incorrect.">
            <a:extLst>
              <a:ext uri="{FF2B5EF4-FFF2-40B4-BE49-F238E27FC236}">
                <a16:creationId xmlns:a16="http://schemas.microsoft.com/office/drawing/2014/main" id="{319D3685-005F-C5D2-ABC3-2300535C4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96" y="173038"/>
            <a:ext cx="3255962" cy="3255962"/>
          </a:xfrm>
          <a:prstGeom prst="rect">
            <a:avLst/>
          </a:prstGeom>
        </p:spPr>
      </p:pic>
      <p:pic>
        <p:nvPicPr>
          <p:cNvPr id="11" name="Picture 10" descr="A group of green round shapes on a black background&#10;&#10;AI-generated content may be incorrect.">
            <a:extLst>
              <a:ext uri="{FF2B5EF4-FFF2-40B4-BE49-F238E27FC236}">
                <a16:creationId xmlns:a16="http://schemas.microsoft.com/office/drawing/2014/main" id="{CC40ABCE-19C3-9A39-F124-BB5357C48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296" y="3506345"/>
            <a:ext cx="3255962" cy="32559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07A536-001C-FAAA-737D-D1FA2E14C927}"/>
              </a:ext>
            </a:extLst>
          </p:cNvPr>
          <p:cNvSpPr txBox="1"/>
          <p:nvPr/>
        </p:nvSpPr>
        <p:spPr>
          <a:xfrm>
            <a:off x="0" y="956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B2AI_1_Paclitaxel_A2_R18_z01_*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0D04C-DAA8-C271-EF10-A13802B8E124}"/>
              </a:ext>
            </a:extLst>
          </p:cNvPr>
          <p:cNvSpPr txBox="1"/>
          <p:nvPr/>
        </p:nvSpPr>
        <p:spPr>
          <a:xfrm>
            <a:off x="0" y="5423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Last picture </a:t>
            </a:r>
          </a:p>
        </p:txBody>
      </p:sp>
    </p:spTree>
    <p:extLst>
      <p:ext uri="{BB962C8B-B14F-4D97-AF65-F5344CB8AC3E}">
        <p14:creationId xmlns:p14="http://schemas.microsoft.com/office/powerpoint/2010/main" val="3112286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Bagherabadi, Arash</dc:creator>
  <cp:lastModifiedBy>Bagherabadi, Arash</cp:lastModifiedBy>
  <cp:revision>6</cp:revision>
  <dcterms:created xsi:type="dcterms:W3CDTF">2025-09-09T23:37:57Z</dcterms:created>
  <dcterms:modified xsi:type="dcterms:W3CDTF">2025-09-09T23:43:11Z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2025-09-09T23:40:15Z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8b1ed7ac-c11f-41bc-a799-0fe3f8d1f33f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50, 3, 0, 1</vt:lpwstr>
  </property>
</Properties>
</file>